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B3BEA-122B-4FF0-46E1-2AC65D78D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E5AD88-FA8B-1BDB-2DE3-4663F5A3C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F57E5D-9691-8FF3-591F-60598BAD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2D5BFB-84D4-ADF4-29D8-50A76F36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D0E1D-3EFA-F055-A416-1ED2F270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084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04B04-9A1C-6B4A-C816-61A06D53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219E00-C1D4-D7FC-C82B-CB370A40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0109DA-57ED-5BB7-71B7-E6DCD820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09DA3D-9EF0-F304-1D50-A874473F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060DEA-2F74-E5AF-0E4F-BBB7A27E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724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01C47-3641-7C63-D0B4-4F82A735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EBB973-B968-74E4-82AC-7125224E6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2C85CA-77B8-4911-7DAB-3638C244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A89D9B-8464-4365-B376-FEA126E2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7E2634-CD16-3B1E-8360-643E7077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675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024B0-BFFA-45C6-79F2-3450F91F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6CFA1D-F108-DD21-62D0-C64EAA8B9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CF1552-3F01-D308-9FCE-DF84F7BA6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CB3C31-1748-CD65-B240-3A51F608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C805FD-9ADF-42F9-0F56-E1E03918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4A3B1C-2E3A-BF2D-E2CC-4945D405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37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2F31A-00FC-FFEB-3035-66A3B0F3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11F575-EA7C-43D6-3340-707EB82F7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1EBF9F-74A1-174A-B87A-26C3F2C43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84DCFC-2BD2-DC85-888C-BF378E711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F1A26-150C-0E14-0A83-9FF47DCA6A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E402B6-326C-351B-0A94-F2E4BAE88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2F492D-C25B-6305-1329-B9E1A247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310C02-C439-3B57-AC01-CEF55745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682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75247-2B39-F291-E818-4EAAF0C7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ADC41B-96C6-8EC8-3782-3E463B2F2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236877-F31A-77AB-A6B3-B9A27917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48BF82-63C4-01E8-9DC5-B9E0128E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1919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02B3D9-1EDD-4014-F1A0-7F931B90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434DE1-FA69-929B-8616-FBBF479D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F4165F-F60B-5037-DF43-986787AF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4729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8CB81-749C-1713-8564-B690B688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7C9D1F-AEBD-5118-81EE-09E40B01A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851FAD-ED92-BA07-9D6C-070783468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494553-3C74-CA06-1D32-1AFC30CC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B6BA0E-A27A-7F08-CADC-481ADA63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F53208-8FD7-DD73-0778-9D812A4E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09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F9980-A153-248F-FFD7-F3D110E6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B64E98-21F3-3BC4-51CB-DEAB1258F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1C2C6B-040B-FFE5-2B1D-9F57E6093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B92EB3-0037-2018-02B6-F1987F623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FEED56-570B-8FC5-0A25-2A5C6613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20F559-9A98-76DD-47C6-B9CC5B08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640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40C3-534F-4D02-26EC-05E53E6E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956F3-8490-1660-2094-848055C25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C9A79-7917-2FB3-F4D8-EA3453D8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8F702A-7213-1938-0EEB-ACF05FB2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C92083-614D-3940-412E-3DBF5B27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781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78222-69E7-EE4F-132F-61D23D579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8E4032-0EED-40B8-B326-F031F0CE7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C77300-B573-72B3-528D-980F48EC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BBEB36-DC94-6A69-C746-70C50C9C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CEE524-1929-DDDC-DAA7-CE044A73D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650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BBD0B9-B499-24FF-48BA-4DFFFB0B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BFA94-9B2E-1B76-919D-AE48A6221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7B0FF-1866-CC47-4199-4BE0DB812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42924-46B7-4E37-AAED-6D5D4A34E01F}" type="datetimeFigureOut">
              <a:rPr lang="es-PE" smtClean="0"/>
              <a:t>22/12/2025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2C2E05-D853-AAC1-BD1E-FF792D55F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FAC25A-90DE-E0F4-144F-E956E2C48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7F4BA-8E68-4514-A1FE-C2928DC8423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22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72400" y="0"/>
            <a:ext cx="3842969" cy="37063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DBFE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77200" y="3847823"/>
            <a:ext cx="3538169" cy="308590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95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TextBox 10"/>
          <p:cNvSpPr txBox="1"/>
          <p:nvPr/>
        </p:nvSpPr>
        <p:spPr>
          <a:xfrm>
            <a:off x="8012863" y="1584506"/>
            <a:ext cx="3626890" cy="408025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867"/>
              </a:lnSpc>
            </a:pPr>
            <a:endParaRPr sz="1200"/>
          </a:p>
        </p:txBody>
      </p:sp>
      <p:sp>
        <p:nvSpPr>
          <p:cNvPr id="9" name="CuadroTexto 7">
            <a:extLst>
              <a:ext uri="{FF2B5EF4-FFF2-40B4-BE49-F238E27FC236}">
                <a16:creationId xmlns:a16="http://schemas.microsoft.com/office/drawing/2014/main" id="{7AF2C2B7-8125-E798-E930-B939A118FDE6}"/>
              </a:ext>
            </a:extLst>
          </p:cNvPr>
          <p:cNvSpPr txBox="1"/>
          <p:nvPr/>
        </p:nvSpPr>
        <p:spPr>
          <a:xfrm>
            <a:off x="180591" y="6589779"/>
            <a:ext cx="22220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" dirty="0"/>
              <a:t>Fuente: Base Noti Sp Dirección de Epidemiología 2025</a:t>
            </a:r>
          </a:p>
        </p:txBody>
      </p:sp>
      <p:sp>
        <p:nvSpPr>
          <p:cNvPr id="10" name="Rectángulo 8">
            <a:extLst>
              <a:ext uri="{FF2B5EF4-FFF2-40B4-BE49-F238E27FC236}">
                <a16:creationId xmlns:a16="http://schemas.microsoft.com/office/drawing/2014/main" id="{29F9D25E-7FC7-CF94-3210-A0345518EB24}"/>
              </a:ext>
            </a:extLst>
          </p:cNvPr>
          <p:cNvSpPr/>
          <p:nvPr/>
        </p:nvSpPr>
        <p:spPr>
          <a:xfrm>
            <a:off x="452362" y="2334132"/>
            <a:ext cx="10714280" cy="800219"/>
          </a:xfrm>
          <a:prstGeom prst="rect">
            <a:avLst/>
          </a:prstGeom>
          <a:solidFill>
            <a:schemeClr val="bg1"/>
          </a:solidFill>
        </p:spPr>
        <p:txBody>
          <a:bodyPr wrap="none" lIns="60960" tIns="30480" rIns="60960" bIns="30480">
            <a:spAutoFit/>
          </a:bodyPr>
          <a:lstStyle/>
          <a:p>
            <a:pPr algn="ctr"/>
            <a:r>
              <a:rPr lang="es-MX" sz="4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 DEL VIRUS DENGUE</a:t>
            </a:r>
            <a:endParaRPr lang="es-ES" sz="48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Montserrat Classic" panose="020B060402020202020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20B78A6-6B99-3FC1-2242-204F0D2A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25" y="409613"/>
            <a:ext cx="3397129" cy="1253317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FA4C4D0F-B719-B164-C38F-95B16475980D}"/>
              </a:ext>
            </a:extLst>
          </p:cNvPr>
          <p:cNvSpPr txBox="1">
            <a:spLocks/>
          </p:cNvSpPr>
          <p:nvPr/>
        </p:nvSpPr>
        <p:spPr>
          <a:xfrm>
            <a:off x="452907" y="3134352"/>
            <a:ext cx="11328400" cy="43046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 DE REFERENCIA REGIONAL DE LORETO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859E229-B5D5-943C-7A38-EC984BC2D567}"/>
              </a:ext>
            </a:extLst>
          </p:cNvPr>
          <p:cNvSpPr txBox="1"/>
          <p:nvPr/>
        </p:nvSpPr>
        <p:spPr>
          <a:xfrm>
            <a:off x="4737667" y="3824858"/>
            <a:ext cx="2239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UNIDAD DE VIROLOGIA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78F611A-E51F-D44E-3B1D-9698DF0E3585}"/>
              </a:ext>
            </a:extLst>
          </p:cNvPr>
          <p:cNvSpPr txBox="1"/>
          <p:nvPr/>
        </p:nvSpPr>
        <p:spPr>
          <a:xfrm flipH="1">
            <a:off x="3148769" y="5253843"/>
            <a:ext cx="574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N°50: SE 50 -2025</a:t>
            </a:r>
          </a:p>
          <a:p>
            <a:pPr algn="ctr"/>
            <a:r>
              <a:rPr lang="es-MX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(Corte 13 Diciembre 2025)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B360CC4-8DF9-B4CA-A739-F0E0D1420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155" y="819328"/>
            <a:ext cx="940155" cy="1394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4453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 Classic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renato tuesta rojas</dc:creator>
  <cp:lastModifiedBy>cesar renato tuesta rojas</cp:lastModifiedBy>
  <cp:revision>1</cp:revision>
  <dcterms:created xsi:type="dcterms:W3CDTF">2025-12-22T18:01:23Z</dcterms:created>
  <dcterms:modified xsi:type="dcterms:W3CDTF">2025-12-22T18:03:15Z</dcterms:modified>
</cp:coreProperties>
</file>